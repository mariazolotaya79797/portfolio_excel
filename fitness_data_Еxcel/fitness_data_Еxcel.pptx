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  <p:sldId id="263" r:id="rId5"/>
    <p:sldId id="260" r:id="rId6"/>
    <p:sldId id="264" r:id="rId7"/>
    <p:sldId id="265" r:id="rId8"/>
    <p:sldId id="266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Zolot\Desktop\Excel\&#1044;&#1047;%20&#1059;&#1088;&#1086;&#1082;%2010%20fitness_data%20&#1050;&#1086;&#1088;&#1086;&#1073;&#1082;&#1086;&#1074;&#1086;&#1081;%20&#1052;&#1072;&#1088;&#1080;&#108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 Урок 10 fitness_data Коробковой Марии.xlsx]Распределение по тренерам!Сводная таблица1</c:name>
    <c:fmtId val="5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услуг по тренерам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rgbClr val="00206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'Распределение по тренерам'!$B$3</c:f>
              <c:strCache>
                <c:ptCount val="1"/>
                <c:pt idx="0">
                  <c:v>Итог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'Распределение по тренерам'!$A$4:$A$13</c:f>
              <c:strCache>
                <c:ptCount val="10"/>
                <c:pt idx="0">
                  <c:v>Васильев</c:v>
                </c:pt>
                <c:pt idx="1">
                  <c:v>Иванов</c:v>
                </c:pt>
                <c:pt idx="2">
                  <c:v>Козлова</c:v>
                </c:pt>
                <c:pt idx="3">
                  <c:v>Кузнецов</c:v>
                </c:pt>
                <c:pt idx="4">
                  <c:v>Морозов</c:v>
                </c:pt>
                <c:pt idx="5">
                  <c:v>Новиков</c:v>
                </c:pt>
                <c:pt idx="6">
                  <c:v>Петрова</c:v>
                </c:pt>
                <c:pt idx="7">
                  <c:v>Попова</c:v>
                </c:pt>
                <c:pt idx="8">
                  <c:v>Сидорова</c:v>
                </c:pt>
                <c:pt idx="9">
                  <c:v>Смирнова</c:v>
                </c:pt>
              </c:strCache>
            </c:strRef>
          </c:cat>
          <c:val>
            <c:numRef>
              <c:f>'Распределение по тренерам'!$B$4:$B$13</c:f>
              <c:numCache>
                <c:formatCode>General</c:formatCode>
                <c:ptCount val="10"/>
                <c:pt idx="0">
                  <c:v>104</c:v>
                </c:pt>
                <c:pt idx="1">
                  <c:v>108</c:v>
                </c:pt>
                <c:pt idx="2">
                  <c:v>94</c:v>
                </c:pt>
                <c:pt idx="3">
                  <c:v>98</c:v>
                </c:pt>
                <c:pt idx="4">
                  <c:v>82</c:v>
                </c:pt>
                <c:pt idx="5">
                  <c:v>107</c:v>
                </c:pt>
                <c:pt idx="6">
                  <c:v>98</c:v>
                </c:pt>
                <c:pt idx="7">
                  <c:v>108</c:v>
                </c:pt>
                <c:pt idx="8">
                  <c:v>112</c:v>
                </c:pt>
                <c:pt idx="9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95-41BA-B0A0-FD34D5DB2FB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05872696"/>
        <c:axId val="705871976"/>
      </c:barChart>
      <c:catAx>
        <c:axId val="705872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5871976"/>
        <c:crosses val="autoZero"/>
        <c:auto val="1"/>
        <c:lblAlgn val="ctr"/>
        <c:lblOffset val="100"/>
        <c:noMultiLvlLbl val="0"/>
      </c:catAx>
      <c:valAx>
        <c:axId val="705871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5872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10 fitness_data Коробковой Марии.xlsx]Среднее время!Сводная таблица5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Продолжительность тренировок по типу услуг</a:t>
            </a:r>
          </a:p>
        </c:rich>
      </c:tx>
      <c:layout>
        <c:manualLayout>
          <c:xMode val="edge"/>
          <c:yMode val="edge"/>
          <c:x val="0.21733325131233597"/>
          <c:y val="3.44085974893103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2056433075494842E-2"/>
          <c:y val="0.13945804562417469"/>
          <c:w val="0.95648523265134777"/>
          <c:h val="0.7463631196189153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'Среднее время'!$B$3</c:f>
              <c:strCache>
                <c:ptCount val="1"/>
                <c:pt idx="0">
                  <c:v>Итог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51000"/>
                    <a:satMod val="130000"/>
                  </a:schemeClr>
                </a:gs>
                <a:gs pos="80000">
                  <a:schemeClr val="accent5">
                    <a:shade val="93000"/>
                    <a:satMod val="130000"/>
                  </a:schemeClr>
                </a:gs>
                <a:gs pos="100000">
                  <a:schemeClr val="accent5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'Среднее время'!$A$4:$A$12</c:f>
              <c:strCache>
                <c:ptCount val="8"/>
                <c:pt idx="0">
                  <c:v>Аэробика</c:v>
                </c:pt>
                <c:pt idx="1">
                  <c:v>Групповая тренировка</c:v>
                </c:pt>
                <c:pt idx="2">
                  <c:v>Йога</c:v>
                </c:pt>
                <c:pt idx="3">
                  <c:v>Кардио</c:v>
                </c:pt>
                <c:pt idx="4">
                  <c:v>Персональная тренировка</c:v>
                </c:pt>
                <c:pt idx="5">
                  <c:v>Пилатес</c:v>
                </c:pt>
                <c:pt idx="6">
                  <c:v>Силовая тренировка</c:v>
                </c:pt>
                <c:pt idx="7">
                  <c:v>Стретчинг</c:v>
                </c:pt>
              </c:strCache>
            </c:strRef>
          </c:cat>
          <c:val>
            <c:numRef>
              <c:f>'Среднее время'!$B$4:$B$12</c:f>
              <c:numCache>
                <c:formatCode>0.0</c:formatCode>
                <c:ptCount val="8"/>
                <c:pt idx="0">
                  <c:v>70.644067796610173</c:v>
                </c:pt>
                <c:pt idx="1">
                  <c:v>73.826446280991732</c:v>
                </c:pt>
                <c:pt idx="2">
                  <c:v>71.739495798319325</c:v>
                </c:pt>
                <c:pt idx="3">
                  <c:v>75.666666666666671</c:v>
                </c:pt>
                <c:pt idx="4">
                  <c:v>77.700934579439249</c:v>
                </c:pt>
                <c:pt idx="5">
                  <c:v>73.929078014184398</c:v>
                </c:pt>
                <c:pt idx="6">
                  <c:v>75.518518518518519</c:v>
                </c:pt>
                <c:pt idx="7">
                  <c:v>73.330882352941174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5C-4D5D-9D3F-0C2A1554A9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0145496"/>
        <c:axId val="650141896"/>
        <c:axId val="0"/>
      </c:bar3DChart>
      <c:catAx>
        <c:axId val="650145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0141896"/>
        <c:crosses val="autoZero"/>
        <c:auto val="1"/>
        <c:lblAlgn val="ctr"/>
        <c:lblOffset val="100"/>
        <c:noMultiLvlLbl val="0"/>
      </c:catAx>
      <c:valAx>
        <c:axId val="650141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0145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 Урок 10 fitness_data Коробковой Марии.xlsx]Сезон по услугам!Сводная таблица6</c:name>
    <c:fmtId val="5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Сезонное распределение услуг</a:t>
            </a:r>
          </a:p>
        </c:rich>
      </c:tx>
      <c:layout>
        <c:manualLayout>
          <c:xMode val="edge"/>
          <c:yMode val="edge"/>
          <c:x val="0.3347647092162655"/>
          <c:y val="4.40911537589732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'Сезон по услугам'!$B$3:$B$4</c:f>
              <c:strCache>
                <c:ptCount val="1"/>
                <c:pt idx="0">
                  <c:v>Весна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'Сезон по услугам'!$A$5:$A$12</c:f>
              <c:strCache>
                <c:ptCount val="8"/>
                <c:pt idx="0">
                  <c:v>Аэробика</c:v>
                </c:pt>
                <c:pt idx="1">
                  <c:v>Групповая тренировка</c:v>
                </c:pt>
                <c:pt idx="2">
                  <c:v>Йога</c:v>
                </c:pt>
                <c:pt idx="3">
                  <c:v>Кардио</c:v>
                </c:pt>
                <c:pt idx="4">
                  <c:v>Персональная тренировка</c:v>
                </c:pt>
                <c:pt idx="5">
                  <c:v>Пилатес</c:v>
                </c:pt>
                <c:pt idx="6">
                  <c:v>Силовая тренировка</c:v>
                </c:pt>
                <c:pt idx="7">
                  <c:v>Стретчинг</c:v>
                </c:pt>
              </c:strCache>
            </c:strRef>
          </c:cat>
          <c:val>
            <c:numRef>
              <c:f>'Сезон по услугам'!$B$5:$B$12</c:f>
              <c:numCache>
                <c:formatCode>General</c:formatCode>
                <c:ptCount val="8"/>
                <c:pt idx="0">
                  <c:v>25</c:v>
                </c:pt>
                <c:pt idx="1">
                  <c:v>31</c:v>
                </c:pt>
                <c:pt idx="2">
                  <c:v>37</c:v>
                </c:pt>
                <c:pt idx="3">
                  <c:v>34</c:v>
                </c:pt>
                <c:pt idx="4">
                  <c:v>27</c:v>
                </c:pt>
                <c:pt idx="5">
                  <c:v>43</c:v>
                </c:pt>
                <c:pt idx="6">
                  <c:v>36</c:v>
                </c:pt>
                <c:pt idx="7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0F-4F3E-B670-B15473060707}"/>
            </c:ext>
          </c:extLst>
        </c:ser>
        <c:ser>
          <c:idx val="1"/>
          <c:order val="1"/>
          <c:tx>
            <c:strRef>
              <c:f>'Сезон по услугам'!$C$3:$C$4</c:f>
              <c:strCache>
                <c:ptCount val="1"/>
                <c:pt idx="0">
                  <c:v>Зима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'Сезон по услугам'!$A$5:$A$12</c:f>
              <c:strCache>
                <c:ptCount val="8"/>
                <c:pt idx="0">
                  <c:v>Аэробика</c:v>
                </c:pt>
                <c:pt idx="1">
                  <c:v>Групповая тренировка</c:v>
                </c:pt>
                <c:pt idx="2">
                  <c:v>Йога</c:v>
                </c:pt>
                <c:pt idx="3">
                  <c:v>Кардио</c:v>
                </c:pt>
                <c:pt idx="4">
                  <c:v>Персональная тренировка</c:v>
                </c:pt>
                <c:pt idx="5">
                  <c:v>Пилатес</c:v>
                </c:pt>
                <c:pt idx="6">
                  <c:v>Силовая тренировка</c:v>
                </c:pt>
                <c:pt idx="7">
                  <c:v>Стретчинг</c:v>
                </c:pt>
              </c:strCache>
            </c:strRef>
          </c:cat>
          <c:val>
            <c:numRef>
              <c:f>'Сезон по услугам'!$C$5:$C$12</c:f>
              <c:numCache>
                <c:formatCode>General</c:formatCode>
                <c:ptCount val="8"/>
                <c:pt idx="0">
                  <c:v>35</c:v>
                </c:pt>
                <c:pt idx="1">
                  <c:v>30</c:v>
                </c:pt>
                <c:pt idx="2">
                  <c:v>27</c:v>
                </c:pt>
                <c:pt idx="3">
                  <c:v>38</c:v>
                </c:pt>
                <c:pt idx="4">
                  <c:v>21</c:v>
                </c:pt>
                <c:pt idx="5">
                  <c:v>35</c:v>
                </c:pt>
                <c:pt idx="6">
                  <c:v>29</c:v>
                </c:pt>
                <c:pt idx="7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0F-4F3E-B670-B15473060707}"/>
            </c:ext>
          </c:extLst>
        </c:ser>
        <c:ser>
          <c:idx val="2"/>
          <c:order val="2"/>
          <c:tx>
            <c:strRef>
              <c:f>'Сезон по услугам'!$D$3:$D$4</c:f>
              <c:strCache>
                <c:ptCount val="1"/>
                <c:pt idx="0">
                  <c:v>Лето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'Сезон по услугам'!$A$5:$A$12</c:f>
              <c:strCache>
                <c:ptCount val="8"/>
                <c:pt idx="0">
                  <c:v>Аэробика</c:v>
                </c:pt>
                <c:pt idx="1">
                  <c:v>Групповая тренировка</c:v>
                </c:pt>
                <c:pt idx="2">
                  <c:v>Йога</c:v>
                </c:pt>
                <c:pt idx="3">
                  <c:v>Кардио</c:v>
                </c:pt>
                <c:pt idx="4">
                  <c:v>Персональная тренировка</c:v>
                </c:pt>
                <c:pt idx="5">
                  <c:v>Пилатес</c:v>
                </c:pt>
                <c:pt idx="6">
                  <c:v>Силовая тренировка</c:v>
                </c:pt>
                <c:pt idx="7">
                  <c:v>Стретчинг</c:v>
                </c:pt>
              </c:strCache>
            </c:strRef>
          </c:cat>
          <c:val>
            <c:numRef>
              <c:f>'Сезон по услугам'!$D$5:$D$12</c:f>
              <c:numCache>
                <c:formatCode>General</c:formatCode>
                <c:ptCount val="8"/>
                <c:pt idx="0">
                  <c:v>26</c:v>
                </c:pt>
                <c:pt idx="1">
                  <c:v>34</c:v>
                </c:pt>
                <c:pt idx="2">
                  <c:v>30</c:v>
                </c:pt>
                <c:pt idx="3">
                  <c:v>27</c:v>
                </c:pt>
                <c:pt idx="4">
                  <c:v>30</c:v>
                </c:pt>
                <c:pt idx="5">
                  <c:v>30</c:v>
                </c:pt>
                <c:pt idx="6">
                  <c:v>44</c:v>
                </c:pt>
                <c:pt idx="7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0F-4F3E-B670-B15473060707}"/>
            </c:ext>
          </c:extLst>
        </c:ser>
        <c:ser>
          <c:idx val="3"/>
          <c:order val="3"/>
          <c:tx>
            <c:strRef>
              <c:f>'Сезон по услугам'!$E$3:$E$4</c:f>
              <c:strCache>
                <c:ptCount val="1"/>
                <c:pt idx="0">
                  <c:v>Осень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'Сезон по услугам'!$A$5:$A$12</c:f>
              <c:strCache>
                <c:ptCount val="8"/>
                <c:pt idx="0">
                  <c:v>Аэробика</c:v>
                </c:pt>
                <c:pt idx="1">
                  <c:v>Групповая тренировка</c:v>
                </c:pt>
                <c:pt idx="2">
                  <c:v>Йога</c:v>
                </c:pt>
                <c:pt idx="3">
                  <c:v>Кардио</c:v>
                </c:pt>
                <c:pt idx="4">
                  <c:v>Персональная тренировка</c:v>
                </c:pt>
                <c:pt idx="5">
                  <c:v>Пилатес</c:v>
                </c:pt>
                <c:pt idx="6">
                  <c:v>Силовая тренировка</c:v>
                </c:pt>
                <c:pt idx="7">
                  <c:v>Стретчинг</c:v>
                </c:pt>
              </c:strCache>
            </c:strRef>
          </c:cat>
          <c:val>
            <c:numRef>
              <c:f>'Сезон по услугам'!$E$5:$E$12</c:f>
              <c:numCache>
                <c:formatCode>General</c:formatCode>
                <c:ptCount val="8"/>
                <c:pt idx="0">
                  <c:v>32</c:v>
                </c:pt>
                <c:pt idx="1">
                  <c:v>26</c:v>
                </c:pt>
                <c:pt idx="2">
                  <c:v>25</c:v>
                </c:pt>
                <c:pt idx="3">
                  <c:v>24</c:v>
                </c:pt>
                <c:pt idx="4">
                  <c:v>29</c:v>
                </c:pt>
                <c:pt idx="5">
                  <c:v>33</c:v>
                </c:pt>
                <c:pt idx="6">
                  <c:v>26</c:v>
                </c:pt>
                <c:pt idx="7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20F-4F3E-B670-B15473060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7355976"/>
        <c:axId val="707363536"/>
      </c:lineChart>
      <c:catAx>
        <c:axId val="707355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7363536"/>
        <c:crosses val="autoZero"/>
        <c:auto val="1"/>
        <c:lblAlgn val="ctr"/>
        <c:lblOffset val="100"/>
        <c:noMultiLvlLbl val="0"/>
      </c:catAx>
      <c:valAx>
        <c:axId val="70736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клиентов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73559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 Урок 10 fitness_data Коробковой Марии.xlsx]Способ оплаты!Сводная таблица7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оплаты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833333333333323E-2"/>
              <c:y val="-6.0185185185185182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9.7222222222222224E-2"/>
              <c:y val="0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7.4999999999999997E-2"/>
              <c:y val="-2.3148148148148234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11388888888888886"/>
              <c:y val="-2.314814814814814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833333333333323E-2"/>
              <c:y val="-6.0185185185185182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9.7222222222222224E-2"/>
              <c:y val="0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7.4999999999999997E-2"/>
              <c:y val="-2.3148148148148234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11388888888888886"/>
              <c:y val="-2.314814814814814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5.833333333333323E-2"/>
              <c:y val="-6.0185185185185182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9.7222222222222224E-2"/>
              <c:y val="0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7.4999999999999997E-2"/>
              <c:y val="-2.3148148148148234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11388888888888886"/>
              <c:y val="-2.314814814814814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'Способ оплаты'!$B$3</c:f>
              <c:strCache>
                <c:ptCount val="1"/>
                <c:pt idx="0">
                  <c:v>Итог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EBB3-4802-8FA5-C3E954E25A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EBB3-4802-8FA5-C3E954E25A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EBB3-4802-8FA5-C3E954E25A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EBB3-4802-8FA5-C3E954E25AAD}"/>
              </c:ext>
            </c:extLst>
          </c:dPt>
          <c:dLbls>
            <c:dLbl>
              <c:idx val="0"/>
              <c:layout>
                <c:manualLayout>
                  <c:x val="5.833333333333323E-2"/>
                  <c:y val="-6.018518518518518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B3-4802-8FA5-C3E954E25AAD}"/>
                </c:ext>
              </c:extLst>
            </c:dLbl>
            <c:dLbl>
              <c:idx val="1"/>
              <c:layout>
                <c:manualLayout>
                  <c:x val="9.7222222222222224E-2"/>
                  <c:y val="0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B3-4802-8FA5-C3E954E25AAD}"/>
                </c:ext>
              </c:extLst>
            </c:dLbl>
            <c:dLbl>
              <c:idx val="2"/>
              <c:layout>
                <c:manualLayout>
                  <c:x val="-7.4999999999999997E-2"/>
                  <c:y val="-2.314814814814823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B3-4802-8FA5-C3E954E25AAD}"/>
                </c:ext>
              </c:extLst>
            </c:dLbl>
            <c:dLbl>
              <c:idx val="3"/>
              <c:layout>
                <c:manualLayout>
                  <c:x val="-0.11388888888888886"/>
                  <c:y val="-2.314814814814814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BB3-4802-8FA5-C3E954E25AAD}"/>
                </c:ext>
              </c:extLst>
            </c:dLbl>
            <c:spPr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'Способ оплаты'!$A$4:$A$8</c:f>
              <c:strCache>
                <c:ptCount val="4"/>
                <c:pt idx="0">
                  <c:v>Карта</c:v>
                </c:pt>
                <c:pt idx="1">
                  <c:v>Кредит</c:v>
                </c:pt>
                <c:pt idx="2">
                  <c:v>Наличные</c:v>
                </c:pt>
                <c:pt idx="3">
                  <c:v>Онлайн</c:v>
                </c:pt>
              </c:strCache>
            </c:strRef>
          </c:cat>
          <c:val>
            <c:numRef>
              <c:f>'Способ оплаты'!$B$4:$B$8</c:f>
              <c:numCache>
                <c:formatCode>General</c:formatCode>
                <c:ptCount val="4"/>
                <c:pt idx="0">
                  <c:v>262</c:v>
                </c:pt>
                <c:pt idx="1">
                  <c:v>243</c:v>
                </c:pt>
                <c:pt idx="2">
                  <c:v>248</c:v>
                </c:pt>
                <c:pt idx="3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B3-4802-8FA5-C3E954E25AAD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 Урок 10 fitness_data Коробковой Марии.xlsx]Оценка клиентов!Сводная таблица8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клиента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3.6660323709536209E-2"/>
              <c:y val="-6.830016039661712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29963013998250221"/>
              <c:y val="-2.5468403541316506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1.7648293963254593E-2"/>
              <c:y val="-8.1698016914552349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3.6660323709536209E-2"/>
              <c:y val="-6.830016039661712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29963013998250221"/>
              <c:y val="-2.5468403541316506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1.7648293963254593E-2"/>
              <c:y val="-8.1698016914552349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3.6660323709536209E-2"/>
              <c:y val="-6.8300160396617127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0.29963013998250221"/>
              <c:y val="-2.5468403541316506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dLbl>
          <c:idx val="0"/>
          <c:layout>
            <c:manualLayout>
              <c:x val="-1.7648293963254593E-2"/>
              <c:y val="-8.1698016914552349E-2"/>
            </c:manualLayout>
          </c:layout>
          <c:spPr>
            <a:solidFill>
              <a:srgbClr val="0020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0399660881664153E-2"/>
          <c:y val="0.1954239487310348"/>
          <c:w val="0.93920067823667175"/>
          <c:h val="0.77961505691729094"/>
        </c:manualLayout>
      </c:layout>
      <c:pie3DChart>
        <c:varyColors val="1"/>
        <c:ser>
          <c:idx val="0"/>
          <c:order val="0"/>
          <c:tx>
            <c:strRef>
              <c:f>'Оценка клиентов'!$B$3</c:f>
              <c:strCache>
                <c:ptCount val="1"/>
                <c:pt idx="0">
                  <c:v>Итог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5A18-45C0-A76D-AFA3FD182809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5A18-45C0-A76D-AFA3FD182809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5A18-45C0-A76D-AFA3FD182809}"/>
              </c:ext>
            </c:extLst>
          </c:dPt>
          <c:dLbls>
            <c:dLbl>
              <c:idx val="0"/>
              <c:layout>
                <c:manualLayout>
                  <c:x val="3.6660323709536209E-2"/>
                  <c:y val="-6.830016039661712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A18-45C0-A76D-AFA3FD182809}"/>
                </c:ext>
              </c:extLst>
            </c:dLbl>
            <c:dLbl>
              <c:idx val="1"/>
              <c:layout>
                <c:manualLayout>
                  <c:x val="-0.29963013998250221"/>
                  <c:y val="-2.546840354131650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A18-45C0-A76D-AFA3FD182809}"/>
                </c:ext>
              </c:extLst>
            </c:dLbl>
            <c:dLbl>
              <c:idx val="2"/>
              <c:layout>
                <c:manualLayout>
                  <c:x val="-1.7648293963254593E-2"/>
                  <c:y val="-8.169801691455234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A18-45C0-A76D-AFA3FD182809}"/>
                </c:ext>
              </c:extLst>
            </c:dLbl>
            <c:spPr>
              <a:solidFill>
                <a:srgbClr val="0020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'Оценка клиентов'!$A$4:$A$7</c:f>
              <c:strCache>
                <c:ptCount val="3"/>
                <c:pt idx="0">
                  <c:v>Годовой</c:v>
                </c:pt>
                <c:pt idx="1">
                  <c:v>Единичный</c:v>
                </c:pt>
                <c:pt idx="2">
                  <c:v>Месячный</c:v>
                </c:pt>
              </c:strCache>
            </c:strRef>
          </c:cat>
          <c:val>
            <c:numRef>
              <c:f>'Оценка клиентов'!$B$4:$B$7</c:f>
              <c:numCache>
                <c:formatCode>0.0</c:formatCode>
                <c:ptCount val="3"/>
                <c:pt idx="0">
                  <c:v>4.0631419939577018</c:v>
                </c:pt>
                <c:pt idx="1">
                  <c:v>3.997546012269936</c:v>
                </c:pt>
                <c:pt idx="2">
                  <c:v>4.0078717201166132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18-45C0-A76D-AFA3FD182809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Возраст!$B$3:$B$1002</cx:f>
        <cx:lvl ptCount="1000" formatCode="Основной">
          <cx:pt idx="0">21</cx:pt>
          <cx:pt idx="1">23</cx:pt>
          <cx:pt idx="2">35</cx:pt>
          <cx:pt idx="3">36</cx:pt>
          <cx:pt idx="4">63</cx:pt>
          <cx:pt idx="5">29</cx:pt>
          <cx:pt idx="6">18</cx:pt>
          <cx:pt idx="7">56</cx:pt>
          <cx:pt idx="8">62</cx:pt>
          <cx:pt idx="9">59</cx:pt>
          <cx:pt idx="10">35</cx:pt>
          <cx:pt idx="11">62</cx:pt>
          <cx:pt idx="12">36</cx:pt>
          <cx:pt idx="13">24</cx:pt>
          <cx:pt idx="14">33</cx:pt>
          <cx:pt idx="15">57</cx:pt>
          <cx:pt idx="16">18</cx:pt>
          <cx:pt idx="17">55</cx:pt>
          <cx:pt idx="18">54</cx:pt>
          <cx:pt idx="19">25</cx:pt>
          <cx:pt idx="20">63</cx:pt>
          <cx:pt idx="21">29</cx:pt>
          <cx:pt idx="22">22</cx:pt>
          <cx:pt idx="23">24</cx:pt>
          <cx:pt idx="24">56</cx:pt>
          <cx:pt idx="25">58</cx:pt>
          <cx:pt idx="26">24</cx:pt>
          <cx:pt idx="27">34</cx:pt>
          <cx:pt idx="28">52</cx:pt>
          <cx:pt idx="29">34</cx:pt>
          <cx:pt idx="30">50</cx:pt>
          <cx:pt idx="31">46</cx:pt>
          <cx:pt idx="32">54</cx:pt>
          <cx:pt idx="33">50</cx:pt>
          <cx:pt idx="34">26</cx:pt>
          <cx:pt idx="35">39</cx:pt>
          <cx:pt idx="36">42</cx:pt>
          <cx:pt idx="37">34</cx:pt>
          <cx:pt idx="38">39</cx:pt>
          <cx:pt idx="39">28</cx:pt>
          <cx:pt idx="40">50</cx:pt>
          <cx:pt idx="41">26</cx:pt>
          <cx:pt idx="42">55</cx:pt>
          <cx:pt idx="43">24</cx:pt>
          <cx:pt idx="44">44</cx:pt>
          <cx:pt idx="45">60</cx:pt>
          <cx:pt idx="46">45</cx:pt>
          <cx:pt idx="47">63</cx:pt>
          <cx:pt idx="48">43</cx:pt>
          <cx:pt idx="49">38</cx:pt>
          <cx:pt idx="50">38</cx:pt>
          <cx:pt idx="51">31</cx:pt>
          <cx:pt idx="52">52</cx:pt>
          <cx:pt idx="53">22</cx:pt>
          <cx:pt idx="54">32</cx:pt>
          <cx:pt idx="55">42</cx:pt>
          <cx:pt idx="56">19</cx:pt>
          <cx:pt idx="57">57</cx:pt>
          <cx:pt idx="58">61</cx:pt>
          <cx:pt idx="59">31</cx:pt>
          <cx:pt idx="60">54</cx:pt>
          <cx:pt idx="61">51</cx:pt>
          <cx:pt idx="62">30</cx:pt>
          <cx:pt idx="63">34</cx:pt>
          <cx:pt idx="64">23</cx:pt>
          <cx:pt idx="65">51</cx:pt>
          <cx:pt idx="66">49</cx:pt>
          <cx:pt idx="67">26</cx:pt>
          <cx:pt idx="68">51</cx:pt>
          <cx:pt idx="69">18</cx:pt>
          <cx:pt idx="70">50</cx:pt>
          <cx:pt idx="71">49</cx:pt>
          <cx:pt idx="72">20</cx:pt>
          <cx:pt idx="73">60</cx:pt>
          <cx:pt idx="74">45</cx:pt>
          <cx:pt idx="75">34</cx:pt>
          <cx:pt idx="76">41</cx:pt>
          <cx:pt idx="77">20</cx:pt>
          <cx:pt idx="78">25</cx:pt>
          <cx:pt idx="79">55</cx:pt>
          <cx:pt idx="80">63</cx:pt>
          <cx:pt idx="81">38</cx:pt>
          <cx:pt idx="82">18</cx:pt>
          <cx:pt idx="83">25</cx:pt>
          <cx:pt idx="84">43</cx:pt>
          <cx:pt idx="85">42</cx:pt>
          <cx:pt idx="86">19</cx:pt>
          <cx:pt idx="87">53</cx:pt>
          <cx:pt idx="88">48</cx:pt>
          <cx:pt idx="89">52</cx:pt>
          <cx:pt idx="90">46</cx:pt>
          <cx:pt idx="91">52</cx:pt>
          <cx:pt idx="92">39</cx:pt>
          <cx:pt idx="93">41</cx:pt>
          <cx:pt idx="94">35</cx:pt>
          <cx:pt idx="95">23</cx:pt>
          <cx:pt idx="96">21</cx:pt>
          <cx:pt idx="97">43</cx:pt>
          <cx:pt idx="98">39</cx:pt>
          <cx:pt idx="99">24</cx:pt>
          <cx:pt idx="100">37</cx:pt>
          <cx:pt idx="101">40</cx:pt>
          <cx:pt idx="102">41</cx:pt>
          <cx:pt idx="103">39</cx:pt>
          <cx:pt idx="104">30</cx:pt>
          <cx:pt idx="105">40</cx:pt>
          <cx:pt idx="106">28</cx:pt>
          <cx:pt idx="107">32</cx:pt>
          <cx:pt idx="108">62</cx:pt>
          <cx:pt idx="109">59</cx:pt>
          <cx:pt idx="110">23</cx:pt>
          <cx:pt idx="111">57</cx:pt>
          <cx:pt idx="112">28</cx:pt>
          <cx:pt idx="113">44</cx:pt>
          <cx:pt idx="114">44</cx:pt>
          <cx:pt idx="115">37</cx:pt>
          <cx:pt idx="116">64</cx:pt>
          <cx:pt idx="117">34</cx:pt>
          <cx:pt idx="118">19</cx:pt>
          <cx:pt idx="119">37</cx:pt>
          <cx:pt idx="120">32</cx:pt>
          <cx:pt idx="121">27</cx:pt>
          <cx:pt idx="122">62</cx:pt>
          <cx:pt idx="123">53</cx:pt>
          <cx:pt idx="124">53</cx:pt>
          <cx:pt idx="125">26</cx:pt>
          <cx:pt idx="126">44</cx:pt>
          <cx:pt idx="127">58</cx:pt>
          <cx:pt idx="128">63</cx:pt>
          <cx:pt idx="129">31</cx:pt>
          <cx:pt idx="130">43</cx:pt>
          <cx:pt idx="131">62</cx:pt>
          <cx:pt idx="132">32</cx:pt>
          <cx:pt idx="133">31</cx:pt>
          <cx:pt idx="134">24</cx:pt>
          <cx:pt idx="135">61</cx:pt>
          <cx:pt idx="136">26</cx:pt>
          <cx:pt idx="137">56</cx:pt>
          <cx:pt idx="138">32</cx:pt>
          <cx:pt idx="139">64</cx:pt>
          <cx:pt idx="140">46</cx:pt>
          <cx:pt idx="141">47</cx:pt>
          <cx:pt idx="142">49</cx:pt>
          <cx:pt idx="143">48</cx:pt>
          <cx:pt idx="144">26</cx:pt>
          <cx:pt idx="145">61</cx:pt>
          <cx:pt idx="146">20</cx:pt>
          <cx:pt idx="147">33</cx:pt>
          <cx:pt idx="148">46</cx:pt>
          <cx:pt idx="149">52</cx:pt>
          <cx:pt idx="150">55</cx:pt>
          <cx:pt idx="151">60</cx:pt>
          <cx:pt idx="152">56</cx:pt>
          <cx:pt idx="153">55</cx:pt>
          <cx:pt idx="154">42</cx:pt>
          <cx:pt idx="155">23</cx:pt>
          <cx:pt idx="156">32</cx:pt>
          <cx:pt idx="157">52</cx:pt>
          <cx:pt idx="158">29</cx:pt>
          <cx:pt idx="159">34</cx:pt>
          <cx:pt idx="160">49</cx:pt>
          <cx:pt idx="161">30</cx:pt>
          <cx:pt idx="162">18</cx:pt>
          <cx:pt idx="163">52</cx:pt>
          <cx:pt idx="164">18</cx:pt>
          <cx:pt idx="165">34</cx:pt>
          <cx:pt idx="166">22</cx:pt>
          <cx:pt idx="167">54</cx:pt>
          <cx:pt idx="168">21</cx:pt>
          <cx:pt idx="169">23</cx:pt>
          <cx:pt idx="170">48</cx:pt>
          <cx:pt idx="171">60</cx:pt>
          <cx:pt idx="172">38</cx:pt>
          <cx:pt idx="173">63</cx:pt>
          <cx:pt idx="174">33</cx:pt>
          <cx:pt idx="175">55</cx:pt>
          <cx:pt idx="176">59</cx:pt>
          <cx:pt idx="177">46</cx:pt>
          <cx:pt idx="178">45</cx:pt>
          <cx:pt idx="179">63</cx:pt>
          <cx:pt idx="180">51</cx:pt>
          <cx:pt idx="181">29</cx:pt>
          <cx:pt idx="182">45</cx:pt>
          <cx:pt idx="183">52</cx:pt>
          <cx:pt idx="184">42</cx:pt>
          <cx:pt idx="185">31</cx:pt>
          <cx:pt idx="186">25</cx:pt>
          <cx:pt idx="187">42</cx:pt>
          <cx:pt idx="188">19</cx:pt>
          <cx:pt idx="189">53</cx:pt>
          <cx:pt idx="190">36</cx:pt>
          <cx:pt idx="191">64</cx:pt>
          <cx:pt idx="192">58</cx:pt>
          <cx:pt idx="193">19</cx:pt>
          <cx:pt idx="194">60</cx:pt>
          <cx:pt idx="195">45</cx:pt>
          <cx:pt idx="196">33</cx:pt>
          <cx:pt idx="197">33</cx:pt>
          <cx:pt idx="198">59</cx:pt>
          <cx:pt idx="199">31</cx:pt>
          <cx:pt idx="200">24</cx:pt>
          <cx:pt idx="201">50</cx:pt>
          <cx:pt idx="202">46</cx:pt>
          <cx:pt idx="203">24</cx:pt>
          <cx:pt idx="204">32</cx:pt>
          <cx:pt idx="205">49</cx:pt>
          <cx:pt idx="206">24</cx:pt>
          <cx:pt idx="207">51</cx:pt>
          <cx:pt idx="208">64</cx:pt>
          <cx:pt idx="209">44</cx:pt>
          <cx:pt idx="210">50</cx:pt>
          <cx:pt idx="211">64</cx:pt>
          <cx:pt idx="212">49</cx:pt>
          <cx:pt idx="213">25</cx:pt>
          <cx:pt idx="214">57</cx:pt>
          <cx:pt idx="215">19</cx:pt>
          <cx:pt idx="216">23</cx:pt>
          <cx:pt idx="217">55</cx:pt>
          <cx:pt idx="218">45</cx:pt>
          <cx:pt idx="219">56</cx:pt>
          <cx:pt idx="220">63</cx:pt>
          <cx:pt idx="221">41</cx:pt>
          <cx:pt idx="222">30</cx:pt>
          <cx:pt idx="223">27</cx:pt>
          <cx:pt idx="224">47</cx:pt>
          <cx:pt idx="225">47</cx:pt>
          <cx:pt idx="226">31</cx:pt>
          <cx:pt idx="227">41</cx:pt>
          <cx:pt idx="228">42</cx:pt>
          <cx:pt idx="229">27</cx:pt>
          <cx:pt idx="230">22</cx:pt>
          <cx:pt idx="231">55</cx:pt>
          <cx:pt idx="232">29</cx:pt>
          <cx:pt idx="233">40</cx:pt>
          <cx:pt idx="234">42</cx:pt>
          <cx:pt idx="235">55</cx:pt>
          <cx:pt idx="236">58</cx:pt>
          <cx:pt idx="237">58</cx:pt>
          <cx:pt idx="238">52</cx:pt>
          <cx:pt idx="239">64</cx:pt>
          <cx:pt idx="240">51</cx:pt>
          <cx:pt idx="241">31</cx:pt>
          <cx:pt idx="242">51</cx:pt>
          <cx:pt idx="243">25</cx:pt>
          <cx:pt idx="244">30</cx:pt>
          <cx:pt idx="245">27</cx:pt>
          <cx:pt idx="246">64</cx:pt>
          <cx:pt idx="247">47</cx:pt>
          <cx:pt idx="248">30</cx:pt>
          <cx:pt idx="249">53</cx:pt>
          <cx:pt idx="250">52</cx:pt>
          <cx:pt idx="251">19</cx:pt>
          <cx:pt idx="252">35</cx:pt>
          <cx:pt idx="253">61</cx:pt>
          <cx:pt idx="254">27</cx:pt>
          <cx:pt idx="255">34</cx:pt>
          <cx:pt idx="256">21</cx:pt>
          <cx:pt idx="257">59</cx:pt>
          <cx:pt idx="258">40</cx:pt>
          <cx:pt idx="259">38</cx:pt>
          <cx:pt idx="260">42</cx:pt>
          <cx:pt idx="261">51</cx:pt>
          <cx:pt idx="262">38</cx:pt>
          <cx:pt idx="263">39</cx:pt>
          <cx:pt idx="264">54</cx:pt>
          <cx:pt idx="265">62</cx:pt>
          <cx:pt idx="266">30</cx:pt>
          <cx:pt idx="267">44</cx:pt>
          <cx:pt idx="268">20</cx:pt>
          <cx:pt idx="269">40</cx:pt>
          <cx:pt idx="270">64</cx:pt>
          <cx:pt idx="271">37</cx:pt>
          <cx:pt idx="272">36</cx:pt>
          <cx:pt idx="273">52</cx:pt>
          <cx:pt idx="274">49</cx:pt>
          <cx:pt idx="275">21</cx:pt>
          <cx:pt idx="276">18</cx:pt>
          <cx:pt idx="277">45</cx:pt>
          <cx:pt idx="278">64</cx:pt>
          <cx:pt idx="279">40</cx:pt>
          <cx:pt idx="280">21</cx:pt>
          <cx:pt idx="281">50</cx:pt>
          <cx:pt idx="282">29</cx:pt>
          <cx:pt idx="283">42</cx:pt>
          <cx:pt idx="284">46</cx:pt>
          <cx:pt idx="285">58</cx:pt>
          <cx:pt idx="286">27</cx:pt>
          <cx:pt idx="287">20</cx:pt>
          <cx:pt idx="288">32</cx:pt>
          <cx:pt idx="289">28</cx:pt>
          <cx:pt idx="290">22</cx:pt>
          <cx:pt idx="291">27</cx:pt>
          <cx:pt idx="292">63</cx:pt>
          <cx:pt idx="293">44</cx:pt>
          <cx:pt idx="294">61</cx:pt>
          <cx:pt idx="295">26</cx:pt>
          <cx:pt idx="296">55</cx:pt>
          <cx:pt idx="297">58</cx:pt>
          <cx:pt idx="298">52</cx:pt>
          <cx:pt idx="299">62</cx:pt>
          <cx:pt idx="300">56</cx:pt>
          <cx:pt idx="301">45</cx:pt>
          <cx:pt idx="302">37</cx:pt>
          <cx:pt idx="303">53</cx:pt>
          <cx:pt idx="304">54</cx:pt>
          <cx:pt idx="305">28</cx:pt>
          <cx:pt idx="306">36</cx:pt>
          <cx:pt idx="307">22</cx:pt>
          <cx:pt idx="308">42</cx:pt>
          <cx:pt idx="309">33</cx:pt>
          <cx:pt idx="310">48</cx:pt>
          <cx:pt idx="311">31</cx:pt>
          <cx:pt idx="312">34</cx:pt>
          <cx:pt idx="313">58</cx:pt>
          <cx:pt idx="314">63</cx:pt>
          <cx:pt idx="315">29</cx:pt>
          <cx:pt idx="316">52</cx:pt>
          <cx:pt idx="317">35</cx:pt>
          <cx:pt idx="318">24</cx:pt>
          <cx:pt idx="319">42</cx:pt>
          <cx:pt idx="320">47</cx:pt>
          <cx:pt idx="321">47</cx:pt>
          <cx:pt idx="322">20</cx:pt>
          <cx:pt idx="323">29</cx:pt>
          <cx:pt idx="324">64</cx:pt>
          <cx:pt idx="325">58</cx:pt>
          <cx:pt idx="326">35</cx:pt>
          <cx:pt idx="327">57</cx:pt>
          <cx:pt idx="328">27</cx:pt>
          <cx:pt idx="329">61</cx:pt>
          <cx:pt idx="330">44</cx:pt>
          <cx:pt idx="331">38</cx:pt>
          <cx:pt idx="332">22</cx:pt>
          <cx:pt idx="333">60</cx:pt>
          <cx:pt idx="334">20</cx:pt>
          <cx:pt idx="335">57</cx:pt>
          <cx:pt idx="336">37</cx:pt>
          <cx:pt idx="337">25</cx:pt>
          <cx:pt idx="338">49</cx:pt>
          <cx:pt idx="339">50</cx:pt>
          <cx:pt idx="340">22</cx:pt>
          <cx:pt idx="341">45</cx:pt>
          <cx:pt idx="342">42</cx:pt>
          <cx:pt idx="343">60</cx:pt>
          <cx:pt idx="344">26</cx:pt>
          <cx:pt idx="345">62</cx:pt>
          <cx:pt idx="346">44</cx:pt>
          <cx:pt idx="347">56</cx:pt>
          <cx:pt idx="348">45</cx:pt>
          <cx:pt idx="349">52</cx:pt>
          <cx:pt idx="350">61</cx:pt>
          <cx:pt idx="351">30</cx:pt>
          <cx:pt idx="352">26</cx:pt>
          <cx:pt idx="353">58</cx:pt>
          <cx:pt idx="354">63</cx:pt>
          <cx:pt idx="355">50</cx:pt>
          <cx:pt idx="356">18</cx:pt>
          <cx:pt idx="357">35</cx:pt>
          <cx:pt idx="358">30</cx:pt>
          <cx:pt idx="359">34</cx:pt>
          <cx:pt idx="360">29</cx:pt>
          <cx:pt idx="361">33</cx:pt>
          <cx:pt idx="362">46</cx:pt>
          <cx:pt idx="363">18</cx:pt>
          <cx:pt idx="364">64</cx:pt>
          <cx:pt idx="365">46</cx:pt>
          <cx:pt idx="366">54</cx:pt>
          <cx:pt idx="367">36</cx:pt>
          <cx:pt idx="368">35</cx:pt>
          <cx:pt idx="369">43</cx:pt>
          <cx:pt idx="370">58</cx:pt>
          <cx:pt idx="371">43</cx:pt>
          <cx:pt idx="372">22</cx:pt>
          <cx:pt idx="373">28</cx:pt>
          <cx:pt idx="374">51</cx:pt>
          <cx:pt idx="375">40</cx:pt>
          <cx:pt idx="376">51</cx:pt>
          <cx:pt idx="377">64</cx:pt>
          <cx:pt idx="378">36</cx:pt>
          <cx:pt idx="379">53</cx:pt>
          <cx:pt idx="380">38</cx:pt>
          <cx:pt idx="381">23</cx:pt>
          <cx:pt idx="382">53</cx:pt>
          <cx:pt idx="383">31</cx:pt>
          <cx:pt idx="384">58</cx:pt>
          <cx:pt idx="385">57</cx:pt>
          <cx:pt idx="386">48</cx:pt>
          <cx:pt idx="387">29</cx:pt>
          <cx:pt idx="388">26</cx:pt>
          <cx:pt idx="389">44</cx:pt>
          <cx:pt idx="390">58</cx:pt>
          <cx:pt idx="391">49</cx:pt>
          <cx:pt idx="392">44</cx:pt>
          <cx:pt idx="393">55</cx:pt>
          <cx:pt idx="394">37</cx:pt>
          <cx:pt idx="395">49</cx:pt>
          <cx:pt idx="396">24</cx:pt>
          <cx:pt idx="397">55</cx:pt>
          <cx:pt idx="398">29</cx:pt>
          <cx:pt idx="399">33</cx:pt>
          <cx:pt idx="400">62</cx:pt>
          <cx:pt idx="401">22</cx:pt>
          <cx:pt idx="402">53</cx:pt>
          <cx:pt idx="403">35</cx:pt>
          <cx:pt idx="404">62</cx:pt>
          <cx:pt idx="405">43</cx:pt>
          <cx:pt idx="406">30</cx:pt>
          <cx:pt idx="407">18</cx:pt>
          <cx:pt idx="408">50</cx:pt>
          <cx:pt idx="409">24</cx:pt>
          <cx:pt idx="410">53</cx:pt>
          <cx:pt idx="411">59</cx:pt>
          <cx:pt idx="412">58</cx:pt>
          <cx:pt idx="413">37</cx:pt>
          <cx:pt idx="414">53</cx:pt>
          <cx:pt idx="415">47</cx:pt>
          <cx:pt idx="416">60</cx:pt>
          <cx:pt idx="417">41</cx:pt>
          <cx:pt idx="418">43</cx:pt>
          <cx:pt idx="419">38</cx:pt>
          <cx:pt idx="420">62</cx:pt>
          <cx:pt idx="421">26</cx:pt>
          <cx:pt idx="422">56</cx:pt>
          <cx:pt idx="423">40</cx:pt>
          <cx:pt idx="424">57</cx:pt>
          <cx:pt idx="425">33</cx:pt>
          <cx:pt idx="426">22</cx:pt>
          <cx:pt idx="427">29</cx:pt>
          <cx:pt idx="428">44</cx:pt>
          <cx:pt idx="429">29</cx:pt>
          <cx:pt idx="430">44</cx:pt>
          <cx:pt idx="431">30</cx:pt>
          <cx:pt idx="432">46</cx:pt>
          <cx:pt idx="433">18</cx:pt>
          <cx:pt idx="434">23</cx:pt>
          <cx:pt idx="435">56</cx:pt>
          <cx:pt idx="436">31</cx:pt>
          <cx:pt idx="437">40</cx:pt>
          <cx:pt idx="438">42</cx:pt>
          <cx:pt idx="439">44</cx:pt>
          <cx:pt idx="440">23</cx:pt>
          <cx:pt idx="441">36</cx:pt>
          <cx:pt idx="442">62</cx:pt>
          <cx:pt idx="443">64</cx:pt>
          <cx:pt idx="444">46</cx:pt>
          <cx:pt idx="445">21</cx:pt>
          <cx:pt idx="446">41</cx:pt>
          <cx:pt idx="447">27</cx:pt>
          <cx:pt idx="448">23</cx:pt>
          <cx:pt idx="449">44</cx:pt>
          <cx:pt idx="450">51</cx:pt>
          <cx:pt idx="451">19</cx:pt>
          <cx:pt idx="452">50</cx:pt>
          <cx:pt idx="453">38</cx:pt>
          <cx:pt idx="454">45</cx:pt>
          <cx:pt idx="455">60</cx:pt>
          <cx:pt idx="456">30</cx:pt>
          <cx:pt idx="457">49</cx:pt>
          <cx:pt idx="458">63</cx:pt>
          <cx:pt idx="459">45</cx:pt>
          <cx:pt idx="460">21</cx:pt>
          <cx:pt idx="461">38</cx:pt>
          <cx:pt idx="462">28</cx:pt>
          <cx:pt idx="463">27</cx:pt>
          <cx:pt idx="464">23</cx:pt>
          <cx:pt idx="465">31</cx:pt>
          <cx:pt idx="466">58</cx:pt>
          <cx:pt idx="467">35</cx:pt>
          <cx:pt idx="468">63</cx:pt>
          <cx:pt idx="469">43</cx:pt>
          <cx:pt idx="470">21</cx:pt>
          <cx:pt idx="471">18</cx:pt>
          <cx:pt idx="472">32</cx:pt>
          <cx:pt idx="473">32</cx:pt>
          <cx:pt idx="474">41</cx:pt>
          <cx:pt idx="475">24</cx:pt>
          <cx:pt idx="476">33</cx:pt>
          <cx:pt idx="477">23</cx:pt>
          <cx:pt idx="478">18</cx:pt>
          <cx:pt idx="479">57</cx:pt>
          <cx:pt idx="480">25</cx:pt>
          <cx:pt idx="481">35</cx:pt>
          <cx:pt idx="482">50</cx:pt>
          <cx:pt idx="483">47</cx:pt>
          <cx:pt idx="484">49</cx:pt>
          <cx:pt idx="485">33</cx:pt>
          <cx:pt idx="486">29</cx:pt>
          <cx:pt idx="487">61</cx:pt>
          <cx:pt idx="488">49</cx:pt>
          <cx:pt idx="489">36</cx:pt>
          <cx:pt idx="490">61</cx:pt>
          <cx:pt idx="491">56</cx:pt>
          <cx:pt idx="492">40</cx:pt>
          <cx:pt idx="493">25</cx:pt>
          <cx:pt idx="494">53</cx:pt>
          <cx:pt idx="495">37</cx:pt>
          <cx:pt idx="496">23</cx:pt>
          <cx:pt idx="497">18</cx:pt>
          <cx:pt idx="498">61</cx:pt>
          <cx:pt idx="499">19</cx:pt>
          <cx:pt idx="500">32</cx:pt>
          <cx:pt idx="501">36</cx:pt>
          <cx:pt idx="502">59</cx:pt>
          <cx:pt idx="503">24</cx:pt>
          <cx:pt idx="504">54</cx:pt>
          <cx:pt idx="505">61</cx:pt>
          <cx:pt idx="506">50</cx:pt>
          <cx:pt idx="507">29</cx:pt>
          <cx:pt idx="508">41</cx:pt>
          <cx:pt idx="509">42</cx:pt>
          <cx:pt idx="510">26</cx:pt>
          <cx:pt idx="511">37</cx:pt>
          <cx:pt idx="512">20</cx:pt>
          <cx:pt idx="513">46</cx:pt>
          <cx:pt idx="514">56</cx:pt>
          <cx:pt idx="515">64</cx:pt>
          <cx:pt idx="516">61</cx:pt>
          <cx:pt idx="517">51</cx:pt>
          <cx:pt idx="518">31</cx:pt>
          <cx:pt idx="519">63</cx:pt>
          <cx:pt idx="520">51</cx:pt>
          <cx:pt idx="521">28</cx:pt>
          <cx:pt idx="522">41</cx:pt>
          <cx:pt idx="523">31</cx:pt>
          <cx:pt idx="524">64</cx:pt>
          <cx:pt idx="525">48</cx:pt>
          <cx:pt idx="526">18</cx:pt>
          <cx:pt idx="527">61</cx:pt>
          <cx:pt idx="528">25</cx:pt>
          <cx:pt idx="529">21</cx:pt>
          <cx:pt idx="530">64</cx:pt>
          <cx:pt idx="531">18</cx:pt>
          <cx:pt idx="532">49</cx:pt>
          <cx:pt idx="533">26</cx:pt>
          <cx:pt idx="534">21</cx:pt>
          <cx:pt idx="535">29</cx:pt>
          <cx:pt idx="536">41</cx:pt>
          <cx:pt idx="537">38</cx:pt>
          <cx:pt idx="538">19</cx:pt>
          <cx:pt idx="539">24</cx:pt>
          <cx:pt idx="540">64</cx:pt>
          <cx:pt idx="541">22</cx:pt>
          <cx:pt idx="542">60</cx:pt>
          <cx:pt idx="543">53</cx:pt>
          <cx:pt idx="544">40</cx:pt>
          <cx:pt idx="545">48</cx:pt>
          <cx:pt idx="546">56</cx:pt>
          <cx:pt idx="547">29</cx:pt>
          <cx:pt idx="548">52</cx:pt>
          <cx:pt idx="549">21</cx:pt>
          <cx:pt idx="550">60</cx:pt>
          <cx:pt idx="551">18</cx:pt>
          <cx:pt idx="552">24</cx:pt>
          <cx:pt idx="553">51</cx:pt>
          <cx:pt idx="554">47</cx:pt>
          <cx:pt idx="555">39</cx:pt>
          <cx:pt idx="556">32</cx:pt>
          <cx:pt idx="557">40</cx:pt>
          <cx:pt idx="558">45</cx:pt>
          <cx:pt idx="559">21</cx:pt>
          <cx:pt idx="560">48</cx:pt>
          <cx:pt idx="561">57</cx:pt>
          <cx:pt idx="562">64</cx:pt>
          <cx:pt idx="563">41</cx:pt>
          <cx:pt idx="564">42</cx:pt>
          <cx:pt idx="565">61</cx:pt>
          <cx:pt idx="566">31</cx:pt>
          <cx:pt idx="567">50</cx:pt>
          <cx:pt idx="568">50</cx:pt>
          <cx:pt idx="569">43</cx:pt>
          <cx:pt idx="570">27</cx:pt>
          <cx:pt idx="571">55</cx:pt>
          <cx:pt idx="572">62</cx:pt>
          <cx:pt idx="573">35</cx:pt>
          <cx:pt idx="574">41</cx:pt>
          <cx:pt idx="575">53</cx:pt>
          <cx:pt idx="576">53</cx:pt>
          <cx:pt idx="577">52</cx:pt>
          <cx:pt idx="578">38</cx:pt>
          <cx:pt idx="579">23</cx:pt>
          <cx:pt idx="580">38</cx:pt>
          <cx:pt idx="581">24</cx:pt>
          <cx:pt idx="582">26</cx:pt>
          <cx:pt idx="583">18</cx:pt>
          <cx:pt idx="584">62</cx:pt>
          <cx:pt idx="585">43</cx:pt>
          <cx:pt idx="586">56</cx:pt>
          <cx:pt idx="587">25</cx:pt>
          <cx:pt idx="588">27</cx:pt>
          <cx:pt idx="589">24</cx:pt>
          <cx:pt idx="590">47</cx:pt>
          <cx:pt idx="591">23</cx:pt>
          <cx:pt idx="592">54</cx:pt>
          <cx:pt idx="593">47</cx:pt>
          <cx:pt idx="594">57</cx:pt>
          <cx:pt idx="595">37</cx:pt>
          <cx:pt idx="596">40</cx:pt>
          <cx:pt idx="597">21</cx:pt>
          <cx:pt idx="598">25</cx:pt>
          <cx:pt idx="599">47</cx:pt>
          <cx:pt idx="600">38</cx:pt>
          <cx:pt idx="601">26</cx:pt>
          <cx:pt idx="602">36</cx:pt>
          <cx:pt idx="603">40</cx:pt>
          <cx:pt idx="604">40</cx:pt>
          <cx:pt idx="605">39</cx:pt>
          <cx:pt idx="606">64</cx:pt>
          <cx:pt idx="607">57</cx:pt>
          <cx:pt idx="608">52</cx:pt>
          <cx:pt idx="609">52</cx:pt>
          <cx:pt idx="610">34</cx:pt>
          <cx:pt idx="611">31</cx:pt>
          <cx:pt idx="612">46</cx:pt>
          <cx:pt idx="613">31</cx:pt>
          <cx:pt idx="614">51</cx:pt>
          <cx:pt idx="615">44</cx:pt>
          <cx:pt idx="616">31</cx:pt>
          <cx:pt idx="617">28</cx:pt>
          <cx:pt idx="618">41</cx:pt>
          <cx:pt idx="619">39</cx:pt>
          <cx:pt idx="620">45</cx:pt>
          <cx:pt idx="621">63</cx:pt>
          <cx:pt idx="622">39</cx:pt>
          <cx:pt idx="623">49</cx:pt>
          <cx:pt idx="624">56</cx:pt>
          <cx:pt idx="625">36</cx:pt>
          <cx:pt idx="626">45</cx:pt>
          <cx:pt idx="627">44</cx:pt>
          <cx:pt idx="628">41</cx:pt>
          <cx:pt idx="629">25</cx:pt>
          <cx:pt idx="630">31</cx:pt>
          <cx:pt idx="631">38</cx:pt>
          <cx:pt idx="632">48</cx:pt>
          <cx:pt idx="633">53</cx:pt>
          <cx:pt idx="634">28</cx:pt>
          <cx:pt idx="635">53</cx:pt>
          <cx:pt idx="636">23</cx:pt>
          <cx:pt idx="637">55</cx:pt>
          <cx:pt idx="638">40</cx:pt>
          <cx:pt idx="639">51</cx:pt>
          <cx:pt idx="640">36</cx:pt>
          <cx:pt idx="641">18</cx:pt>
          <cx:pt idx="642">49</cx:pt>
          <cx:pt idx="643">62</cx:pt>
          <cx:pt idx="644">48</cx:pt>
          <cx:pt idx="645">63</cx:pt>
          <cx:pt idx="646">20</cx:pt>
          <cx:pt idx="647">39</cx:pt>
          <cx:pt idx="648">36</cx:pt>
          <cx:pt idx="649">34</cx:pt>
          <cx:pt idx="650">53</cx:pt>
          <cx:pt idx="651">30</cx:pt>
          <cx:pt idx="652">26</cx:pt>
          <cx:pt idx="653">44</cx:pt>
          <cx:pt idx="654">53</cx:pt>
          <cx:pt idx="655">27</cx:pt>
          <cx:pt idx="656">49</cx:pt>
          <cx:pt idx="657">62</cx:pt>
          <cx:pt idx="658">61</cx:pt>
          <cx:pt idx="659">18</cx:pt>
          <cx:pt idx="660">63</cx:pt>
          <cx:pt idx="661">38</cx:pt>
          <cx:pt idx="662">46</cx:pt>
          <cx:pt idx="663">56</cx:pt>
          <cx:pt idx="664">54</cx:pt>
          <cx:pt idx="665">48</cx:pt>
          <cx:pt idx="666">51</cx:pt>
          <cx:pt idx="667">53</cx:pt>
          <cx:pt idx="668">59</cx:pt>
          <cx:pt idx="669">44</cx:pt>
          <cx:pt idx="670">64</cx:pt>
          <cx:pt idx="671">36</cx:pt>
          <cx:pt idx="672">42</cx:pt>
          <cx:pt idx="673">42</cx:pt>
          <cx:pt idx="674">32</cx:pt>
          <cx:pt idx="675">46</cx:pt>
          <cx:pt idx="676">59</cx:pt>
          <cx:pt idx="677">37</cx:pt>
          <cx:pt idx="678">20</cx:pt>
          <cx:pt idx="679">60</cx:pt>
          <cx:pt idx="680">47</cx:pt>
          <cx:pt idx="681">19</cx:pt>
          <cx:pt idx="682">39</cx:pt>
          <cx:pt idx="683">35</cx:pt>
          <cx:pt idx="684">43</cx:pt>
          <cx:pt idx="685">32</cx:pt>
          <cx:pt idx="686">40</cx:pt>
          <cx:pt idx="687">33</cx:pt>
          <cx:pt idx="688">36</cx:pt>
          <cx:pt idx="689">29</cx:pt>
          <cx:pt idx="690">42</cx:pt>
          <cx:pt idx="691">23</cx:pt>
          <cx:pt idx="692">61</cx:pt>
          <cx:pt idx="693">24</cx:pt>
          <cx:pt idx="694">59</cx:pt>
          <cx:pt idx="695">61</cx:pt>
          <cx:pt idx="696">30</cx:pt>
          <cx:pt idx="697">30</cx:pt>
          <cx:pt idx="698">63</cx:pt>
          <cx:pt idx="699">55</cx:pt>
          <cx:pt idx="700">36</cx:pt>
          <cx:pt idx="701">27</cx:pt>
          <cx:pt idx="702">26</cx:pt>
          <cx:pt idx="703">58</cx:pt>
          <cx:pt idx="704">26</cx:pt>
          <cx:pt idx="705">18</cx:pt>
          <cx:pt idx="706">50</cx:pt>
          <cx:pt idx="707">30</cx:pt>
          <cx:pt idx="708">38</cx:pt>
          <cx:pt idx="709">33</cx:pt>
          <cx:pt idx="710">41</cx:pt>
          <cx:pt idx="711">62</cx:pt>
          <cx:pt idx="712">35</cx:pt>
          <cx:pt idx="713">41</cx:pt>
          <cx:pt idx="714">27</cx:pt>
          <cx:pt idx="715">63</cx:pt>
          <cx:pt idx="716">52</cx:pt>
          <cx:pt idx="717">50</cx:pt>
          <cx:pt idx="718">59</cx:pt>
          <cx:pt idx="719">24</cx:pt>
          <cx:pt idx="720">45</cx:pt>
          <cx:pt idx="721">53</cx:pt>
          <cx:pt idx="722">37</cx:pt>
          <cx:pt idx="723">56</cx:pt>
          <cx:pt idx="724">19</cx:pt>
          <cx:pt idx="725">51</cx:pt>
          <cx:pt idx="726">55</cx:pt>
          <cx:pt idx="727">51</cx:pt>
          <cx:pt idx="728">51</cx:pt>
          <cx:pt idx="729">21</cx:pt>
          <cx:pt idx="730">40</cx:pt>
          <cx:pt idx="731">55</cx:pt>
          <cx:pt idx="732">51</cx:pt>
          <cx:pt idx="733">21</cx:pt>
          <cx:pt idx="734">31</cx:pt>
          <cx:pt idx="735">52</cx:pt>
          <cx:pt idx="736">33</cx:pt>
          <cx:pt idx="737">61</cx:pt>
          <cx:pt idx="738">51</cx:pt>
          <cx:pt idx="739">48</cx:pt>
          <cx:pt idx="740">59</cx:pt>
          <cx:pt idx="741">46</cx:pt>
          <cx:pt idx="742">27</cx:pt>
          <cx:pt idx="743">29</cx:pt>
          <cx:pt idx="744">43</cx:pt>
          <cx:pt idx="745">27</cx:pt>
          <cx:pt idx="746">50</cx:pt>
          <cx:pt idx="747">39</cx:pt>
          <cx:pt idx="748">54</cx:pt>
          <cx:pt idx="749">29</cx:pt>
          <cx:pt idx="750">53</cx:pt>
          <cx:pt idx="751">62</cx:pt>
          <cx:pt idx="752">20</cx:pt>
          <cx:pt idx="753">50</cx:pt>
          <cx:pt idx="754">46</cx:pt>
          <cx:pt idx="755">54</cx:pt>
          <cx:pt idx="756">28</cx:pt>
          <cx:pt idx="757">53</cx:pt>
          <cx:pt idx="758">47</cx:pt>
          <cx:pt idx="759">61</cx:pt>
          <cx:pt idx="760">59</cx:pt>
          <cx:pt idx="761">41</cx:pt>
          <cx:pt idx="762">55</cx:pt>
          <cx:pt idx="763">47</cx:pt>
          <cx:pt idx="764">51</cx:pt>
          <cx:pt idx="765">53</cx:pt>
          <cx:pt idx="766">60</cx:pt>
          <cx:pt idx="767">34</cx:pt>
          <cx:pt idx="768">38</cx:pt>
          <cx:pt idx="769">51</cx:pt>
          <cx:pt idx="770">21</cx:pt>
          <cx:pt idx="771">49</cx:pt>
          <cx:pt idx="772">63</cx:pt>
          <cx:pt idx="773">54</cx:pt>
          <cx:pt idx="774">26</cx:pt>
          <cx:pt idx="775">42</cx:pt>
          <cx:pt idx="776">43</cx:pt>
          <cx:pt idx="777">43</cx:pt>
          <cx:pt idx="778">55</cx:pt>
          <cx:pt idx="779">28</cx:pt>
          <cx:pt idx="780">50</cx:pt>
          <cx:pt idx="781">21</cx:pt>
          <cx:pt idx="782">39</cx:pt>
          <cx:pt idx="783">58</cx:pt>
          <cx:pt idx="784">31</cx:pt>
          <cx:pt idx="785">50</cx:pt>
          <cx:pt idx="786">60</cx:pt>
          <cx:pt idx="787">23</cx:pt>
          <cx:pt idx="788">39</cx:pt>
          <cx:pt idx="789">58</cx:pt>
          <cx:pt idx="790">31</cx:pt>
          <cx:pt idx="791">45</cx:pt>
          <cx:pt idx="792">52</cx:pt>
          <cx:pt idx="793">18</cx:pt>
          <cx:pt idx="794">62</cx:pt>
          <cx:pt idx="795">57</cx:pt>
          <cx:pt idx="796">35</cx:pt>
          <cx:pt idx="797">50</cx:pt>
          <cx:pt idx="798">50</cx:pt>
          <cx:pt idx="799">29</cx:pt>
          <cx:pt idx="800">60</cx:pt>
          <cx:pt idx="801">24</cx:pt>
          <cx:pt idx="802">36</cx:pt>
          <cx:pt idx="803">51</cx:pt>
          <cx:pt idx="804">23</cx:pt>
          <cx:pt idx="805">35</cx:pt>
          <cx:pt idx="806">28</cx:pt>
          <cx:pt idx="807">30</cx:pt>
          <cx:pt idx="808">59</cx:pt>
          <cx:pt idx="809">35</cx:pt>
          <cx:pt idx="810">49</cx:pt>
          <cx:pt idx="811">21</cx:pt>
          <cx:pt idx="812">58</cx:pt>
          <cx:pt idx="813">52</cx:pt>
          <cx:pt idx="814">60</cx:pt>
          <cx:pt idx="815">48</cx:pt>
          <cx:pt idx="816">24</cx:pt>
          <cx:pt idx="817">18</cx:pt>
          <cx:pt idx="818">22</cx:pt>
          <cx:pt idx="819">22</cx:pt>
          <cx:pt idx="820">62</cx:pt>
          <cx:pt idx="821">18</cx:pt>
          <cx:pt idx="822">53</cx:pt>
          <cx:pt idx="823">40</cx:pt>
          <cx:pt idx="824">48</cx:pt>
          <cx:pt idx="825">57</cx:pt>
          <cx:pt idx="826">47</cx:pt>
          <cx:pt idx="827">40</cx:pt>
          <cx:pt idx="828">41</cx:pt>
          <cx:pt idx="829">44</cx:pt>
          <cx:pt idx="830">29</cx:pt>
          <cx:pt idx="831">20</cx:pt>
          <cx:pt idx="832">39</cx:pt>
          <cx:pt idx="833">30</cx:pt>
          <cx:pt idx="834">34</cx:pt>
          <cx:pt idx="835">20</cx:pt>
          <cx:pt idx="836">45</cx:pt>
          <cx:pt idx="837">30</cx:pt>
          <cx:pt idx="838">59</cx:pt>
          <cx:pt idx="839">53</cx:pt>
          <cx:pt idx="840">18</cx:pt>
          <cx:pt idx="841">31</cx:pt>
          <cx:pt idx="842">55</cx:pt>
          <cx:pt idx="843">36</cx:pt>
          <cx:pt idx="844">53</cx:pt>
          <cx:pt idx="845">28</cx:pt>
          <cx:pt idx="846">37</cx:pt>
          <cx:pt idx="847">62</cx:pt>
          <cx:pt idx="848">45</cx:pt>
          <cx:pt idx="849">27</cx:pt>
          <cx:pt idx="850">56</cx:pt>
          <cx:pt idx="851">30</cx:pt>
          <cx:pt idx="852">56</cx:pt>
          <cx:pt idx="853">56</cx:pt>
          <cx:pt idx="854">23</cx:pt>
          <cx:pt idx="855">40</cx:pt>
          <cx:pt idx="856">30</cx:pt>
          <cx:pt idx="857">20</cx:pt>
          <cx:pt idx="858">18</cx:pt>
          <cx:pt idx="859">42</cx:pt>
          <cx:pt idx="860">60</cx:pt>
          <cx:pt idx="861">47</cx:pt>
          <cx:pt idx="862">46</cx:pt>
          <cx:pt idx="863">50</cx:pt>
          <cx:pt idx="864">22</cx:pt>
          <cx:pt idx="865">26</cx:pt>
          <cx:pt idx="866">36</cx:pt>
          <cx:pt idx="867">63</cx:pt>
          <cx:pt idx="868">46</cx:pt>
          <cx:pt idx="869">25</cx:pt>
          <cx:pt idx="870">26</cx:pt>
          <cx:pt idx="871">34</cx:pt>
          <cx:pt idx="872">40</cx:pt>
          <cx:pt idx="873">60</cx:pt>
          <cx:pt idx="874">33</cx:pt>
          <cx:pt idx="875">38</cx:pt>
          <cx:pt idx="876">39</cx:pt>
          <cx:pt idx="877">41</cx:pt>
          <cx:pt idx="878">51</cx:pt>
          <cx:pt idx="879">20</cx:pt>
          <cx:pt idx="880">44</cx:pt>
          <cx:pt idx="881">29</cx:pt>
          <cx:pt idx="882">42</cx:pt>
          <cx:pt idx="883">33</cx:pt>
          <cx:pt idx="884">43</cx:pt>
          <cx:pt idx="885">23</cx:pt>
          <cx:pt idx="886">40</cx:pt>
          <cx:pt idx="887">52</cx:pt>
          <cx:pt idx="888">47</cx:pt>
          <cx:pt idx="889">30</cx:pt>
          <cx:pt idx="890">62</cx:pt>
          <cx:pt idx="891">38</cx:pt>
          <cx:pt idx="892">64</cx:pt>
          <cx:pt idx="893">51</cx:pt>
          <cx:pt idx="894">29</cx:pt>
          <cx:pt idx="895">64</cx:pt>
          <cx:pt idx="896">48</cx:pt>
          <cx:pt idx="897">64</cx:pt>
          <cx:pt idx="898">29</cx:pt>
          <cx:pt idx="899">24</cx:pt>
          <cx:pt idx="900">49</cx:pt>
          <cx:pt idx="901">52</cx:pt>
          <cx:pt idx="902">59</cx:pt>
          <cx:pt idx="903">39</cx:pt>
          <cx:pt idx="904">28</cx:pt>
          <cx:pt idx="905">45</cx:pt>
          <cx:pt idx="906">35</cx:pt>
          <cx:pt idx="907">56</cx:pt>
          <cx:pt idx="908">24</cx:pt>
          <cx:pt idx="909">29</cx:pt>
          <cx:pt idx="910">47</cx:pt>
          <cx:pt idx="911">31</cx:pt>
          <cx:pt idx="912">64</cx:pt>
          <cx:pt idx="913">37</cx:pt>
          <cx:pt idx="914">25</cx:pt>
          <cx:pt idx="915">34</cx:pt>
          <cx:pt idx="916">24</cx:pt>
          <cx:pt idx="917">58</cx:pt>
          <cx:pt idx="918">33</cx:pt>
          <cx:pt idx="919">20</cx:pt>
          <cx:pt idx="920">28</cx:pt>
          <cx:pt idx="921">59</cx:pt>
          <cx:pt idx="922">60</cx:pt>
          <cx:pt idx="923">58</cx:pt>
          <cx:pt idx="924">47</cx:pt>
          <cx:pt idx="925">28</cx:pt>
          <cx:pt idx="926">28</cx:pt>
          <cx:pt idx="927">49</cx:pt>
          <cx:pt idx="928">35</cx:pt>
          <cx:pt idx="929">53</cx:pt>
          <cx:pt idx="930">54</cx:pt>
          <cx:pt idx="931">54</cx:pt>
          <cx:pt idx="932">35</cx:pt>
          <cx:pt idx="933">39</cx:pt>
          <cx:pt idx="934">45</cx:pt>
          <cx:pt idx="935">43</cx:pt>
          <cx:pt idx="936">26</cx:pt>
          <cx:pt idx="937">51</cx:pt>
          <cx:pt idx="938">27</cx:pt>
          <cx:pt idx="939">29</cx:pt>
          <cx:pt idx="940">46</cx:pt>
          <cx:pt idx="941">34</cx:pt>
          <cx:pt idx="942">20</cx:pt>
          <cx:pt idx="943">26</cx:pt>
          <cx:pt idx="944">51</cx:pt>
          <cx:pt idx="945">32</cx:pt>
          <cx:pt idx="946">58</cx:pt>
          <cx:pt idx="947">19</cx:pt>
          <cx:pt idx="948">64</cx:pt>
          <cx:pt idx="949">49</cx:pt>
          <cx:pt idx="950">40</cx:pt>
          <cx:pt idx="951">63</cx:pt>
          <cx:pt idx="952">18</cx:pt>
          <cx:pt idx="953">30</cx:pt>
          <cx:pt idx="954">58</cx:pt>
          <cx:pt idx="955">18</cx:pt>
          <cx:pt idx="956">46</cx:pt>
          <cx:pt idx="957">49</cx:pt>
          <cx:pt idx="958">46</cx:pt>
          <cx:pt idx="959">37</cx:pt>
          <cx:pt idx="960">50</cx:pt>
          <cx:pt idx="961">60</cx:pt>
          <cx:pt idx="962">61</cx:pt>
          <cx:pt idx="963">22</cx:pt>
          <cx:pt idx="964">35</cx:pt>
          <cx:pt idx="965">47</cx:pt>
          <cx:pt idx="966">56</cx:pt>
          <cx:pt idx="967">44</cx:pt>
          <cx:pt idx="968">43</cx:pt>
          <cx:pt idx="969">36</cx:pt>
          <cx:pt idx="970">38</cx:pt>
          <cx:pt idx="971">59</cx:pt>
          <cx:pt idx="972">25</cx:pt>
          <cx:pt idx="973">52</cx:pt>
          <cx:pt idx="974">46</cx:pt>
          <cx:pt idx="975">50</cx:pt>
          <cx:pt idx="976">56</cx:pt>
          <cx:pt idx="977">30</cx:pt>
          <cx:pt idx="978">42</cx:pt>
          <cx:pt idx="979">64</cx:pt>
          <cx:pt idx="980">64</cx:pt>
          <cx:pt idx="981">25</cx:pt>
          <cx:pt idx="982">27</cx:pt>
          <cx:pt idx="983">57</cx:pt>
          <cx:pt idx="984">63</cx:pt>
          <cx:pt idx="985">51</cx:pt>
          <cx:pt idx="986">48</cx:pt>
          <cx:pt idx="987">53</cx:pt>
          <cx:pt idx="988">52</cx:pt>
          <cx:pt idx="989">57</cx:pt>
          <cx:pt idx="990">20</cx:pt>
          <cx:pt idx="991">47</cx:pt>
          <cx:pt idx="992">57</cx:pt>
          <cx:pt idx="993">40</cx:pt>
          <cx:pt idx="994">53</cx:pt>
          <cx:pt idx="995">18</cx:pt>
          <cx:pt idx="996">44</cx:pt>
          <cx:pt idx="997">22</cx:pt>
          <cx:pt idx="998">61</cx:pt>
          <cx:pt idx="999">27</cx:pt>
        </cx:lvl>
      </cx:numDim>
    </cx:data>
  </cx:chartData>
  <cx:chart>
    <cx:title pos="t" align="ctr" overlay="0">
      <cx:tx>
        <cx:txData>
          <cx:v>Распределение по возрасту клиентов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ru-RU" sz="2800" b="1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Распределение по возрасту клиентов</a:t>
          </a:r>
        </a:p>
      </cx:txPr>
    </cx:title>
    <cx:plotArea>
      <cx:plotAreaRegion>
        <cx:series layoutId="clusteredColumn" uniqueId="{3C7DFB66-D3BA-4900-8204-D7285318F61E}"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>
                    <a:solidFill>
                      <a:srgbClr val="002060"/>
                    </a:solidFill>
                  </a:defRPr>
                </a:pPr>
                <a:endParaRPr lang="ru-RU" sz="1400" b="0" i="0" u="none" strike="noStrike" baseline="0">
                  <a:solidFill>
                    <a:srgbClr val="002060"/>
                  </a:solidFill>
                  <a:latin typeface="Calibri"/>
                </a:endParaRPr>
              </a:p>
            </cx:txPr>
            <cx:visibility seriesName="0" categoryName="0" value="1"/>
          </cx:dataLabels>
          <cx:dataId val="0"/>
          <cx:layoutPr>
            <cx:binning intervalClosed="r">
              <cx:binSize val="5"/>
            </cx:binning>
          </cx:layoutPr>
        </cx:series>
      </cx:plotAreaRegion>
      <cx:axis id="0">
        <cx:catScaling gapWidth="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50"/>
            </a:pPr>
            <a:endParaRPr lang="ru-RU" sz="1050" b="0" i="0" u="none" strike="noStrike" baseline="0">
              <a:solidFill>
                <a:sysClr val="windowText" lastClr="000000">
                  <a:lumMod val="75000"/>
                  <a:lumOff val="25000"/>
                </a:sysClr>
              </a:solidFill>
              <a:latin typeface="Calibri"/>
            </a:endParaRPr>
          </a:p>
        </cx:txPr>
      </cx:axis>
      <cx:axis id="1" hidden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dk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AFA9D-7913-AC14-AED3-15EB8CEC1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27EF99-D386-65CE-7322-C7EC78789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EF176-F166-696F-5E27-23607A3C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A6373C-1682-0DAF-C256-EC68C663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3FDEE8-B701-7B5E-DE69-EB9F6A26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222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94416-570F-545D-A93D-128A94E0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DCDFF-D1A2-40F7-7E24-EA3F7E03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9851D0-EB8A-5E47-046F-E4C2BB04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EE7755-B862-1B11-2EA0-DE93A19B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164ADD-FAD7-3DC8-3786-EDC77B4F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48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CEBC2-B0FE-DD1E-080B-D1080A9E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A59C36-B2A7-C85D-578D-7D598B58D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9B69F-2678-D2C5-890E-00C03DC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C034F-A1AF-7087-6D5C-99A5C31F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E7922B-1656-CFCD-AD0F-C7F57CE4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430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26BC6-A8E3-563C-9A96-E3C4D640D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DC309-E2DD-8A62-6A9B-68D7BF02C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584895-57E1-899A-CB5F-C614A6936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E7BD77-B60B-EF7E-54BC-CFBC5472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52A2BD-6EFD-2B7F-DD05-0E5589DF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AB3309-7AF7-91E2-4555-BE88D644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53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704D98-EA8F-956D-7B5E-A0F1248D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797F8D-2DE3-E431-4F69-A1DA86E82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86D248-036E-EDAB-4DF2-1BEB9294A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A300C6-758F-16EE-BA5C-AE2DE09F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2F1B41-02F7-7DC9-DC3D-006E2DEEB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DB3E33-D3E5-ACE9-3CAE-B18BD916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329557-D0FE-68EF-A20D-626D7A1C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BDC7D4-322C-4FE8-BE9E-2EB31BF0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65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AB0FB-22D7-1E4B-2B18-2B845AE1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7EAC137-1FFF-B876-4E0F-7B827073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3B7B7C-0B23-40E7-347A-07CE4509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EAF812-5945-9AEE-4325-4BF9595A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46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A1232E-883C-346B-7939-18C7C64D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5DE0ED-E447-D705-4C82-CE868DC4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6DF431-22EE-31A8-7FD1-325749BA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04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C4A97-5A1B-4DCE-2D04-5B512AF8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7D2BDC-622F-3230-37FB-83C0C00F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BE3BAB-E38B-43BF-A7EC-019153F36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A3E975-BE22-EEF1-B364-9A8AFECC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BFEC05-682F-B0C7-7F97-05EE817A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0238D3-1E92-702D-EBFC-6CFD1C85D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70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D5F342-A0C3-7C5C-35A2-398BE6EC1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9DCE06-DFCD-282D-D649-8453234A1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A6C445-A8FC-5BCC-D52A-7C272C94C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7A6BEE-AA80-B12A-5482-F78549F1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6C4C64-002B-3B78-B4A9-214E153B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28028D-EFAB-6060-F39D-EB20DDFA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62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B3871-3C58-7C53-D3CB-2826E82C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A08E04-709C-F3DC-E3E5-02B5DD8C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D2770-4855-7314-82B3-EE011C00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41052A-688C-0F74-2A32-1FC19E74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87EF1B-E34E-B8A9-571B-9500A12B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97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C01871-657D-5A6D-B36B-EAB75D289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C16029-A0A8-4EB6-9A2B-EF94964F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F68C7A-85A4-C88E-D0C4-D215AB70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6771A9-5589-B1FC-E760-C79893B3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E0102B-6527-8771-1A8A-89B8A8E3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407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05399-8A0A-237B-EF76-C38981DB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84BE37-B349-A683-8DEF-EB199527A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871433-867A-7B81-3C80-364D2DC9D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3976E-BE57-433C-B281-87A382110653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184364-F916-D411-F757-99BA3C666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22D9E9-CE6B-993A-6135-04AFD87A8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FC978-8BC6-41E0-B68A-01BF816852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88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D00893B-CCEA-5903-DD50-C984FD505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68026C-E9A1-2D83-B9AB-097040C82FDD}"/>
              </a:ext>
            </a:extLst>
          </p:cNvPr>
          <p:cNvSpPr/>
          <p:nvPr/>
        </p:nvSpPr>
        <p:spPr>
          <a:xfrm>
            <a:off x="-1" y="0"/>
            <a:ext cx="10744201" cy="2321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b="1" dirty="0">
                <a:solidFill>
                  <a:srgbClr val="FEF8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lang="en-US" sz="7200" b="1" dirty="0">
                <a:solidFill>
                  <a:srgbClr val="FEF8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b="1" dirty="0">
                <a:solidFill>
                  <a:srgbClr val="FEF8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фитнес-клуба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DE7329C-B8D1-64A1-6BD3-300BCB489DC1}"/>
              </a:ext>
            </a:extLst>
          </p:cNvPr>
          <p:cNvSpPr/>
          <p:nvPr/>
        </p:nvSpPr>
        <p:spPr>
          <a:xfrm>
            <a:off x="376518" y="6149788"/>
            <a:ext cx="11295529" cy="708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  в рамках курс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393877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C4DF4C48-3215-9385-3CDC-B7D4412029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912290"/>
              </p:ext>
            </p:extLst>
          </p:nvPr>
        </p:nvGraphicFramePr>
        <p:xfrm>
          <a:off x="0" y="0"/>
          <a:ext cx="12192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23FC488-0DF3-1CC2-D149-9BB40E08E987}"/>
              </a:ext>
            </a:extLst>
          </p:cNvPr>
          <p:cNvSpPr/>
          <p:nvPr/>
        </p:nvSpPr>
        <p:spPr>
          <a:xfrm>
            <a:off x="0" y="3780692"/>
            <a:ext cx="5697418" cy="1529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диаграммы по тренерам:</a:t>
            </a:r>
            <a:endParaRPr lang="ru-RU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подсчёт количества услуг по каждому тренеру </a:t>
            </a:r>
          </a:p>
          <a:p>
            <a:pPr fontAlgn="t"/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СУММЕСЛИ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суммирование стоимости по тренерам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544092-A234-B47A-32F9-4897B4E945BF}"/>
              </a:ext>
            </a:extLst>
          </p:cNvPr>
          <p:cNvSpPr/>
          <p:nvPr/>
        </p:nvSpPr>
        <p:spPr>
          <a:xfrm>
            <a:off x="0" y="5310553"/>
            <a:ext cx="5890846" cy="1019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Сидорова лидирует с показателем 112 услуг, опережая аутсайдера Морозова (82) на 30 услуг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91C4B4-49FE-00A9-F327-E1866A9D91C7}"/>
              </a:ext>
            </a:extLst>
          </p:cNvPr>
          <p:cNvSpPr/>
          <p:nvPr/>
        </p:nvSpPr>
        <p:spPr>
          <a:xfrm>
            <a:off x="6096000" y="3780692"/>
            <a:ext cx="5697418" cy="1529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датасета:</a:t>
            </a:r>
            <a:endParaRPr lang="ru-RU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средняя оценка клиентов, средний чек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Сводные таблицы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группировка по залам, сезонам, типам абонементов</a:t>
            </a:r>
          </a:p>
          <a:p>
            <a:r>
              <a:rPr lang="ru-RU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МАКС/МИН</a:t>
            </a:r>
            <a:r>
              <a:rPr lang="ru-RU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экстремальные значения стоимости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703697-FD3B-6949-D251-5D56A7297D74}"/>
              </a:ext>
            </a:extLst>
          </p:cNvPr>
          <p:cNvSpPr/>
          <p:nvPr/>
        </p:nvSpPr>
        <p:spPr>
          <a:xfrm>
            <a:off x="0" y="3429000"/>
            <a:ext cx="12192000" cy="3516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Применены функции Excel:</a:t>
            </a:r>
          </a:p>
        </p:txBody>
      </p:sp>
    </p:spTree>
    <p:extLst>
      <p:ext uri="{BB962C8B-B14F-4D97-AF65-F5344CB8AC3E}">
        <p14:creationId xmlns:p14="http://schemas.microsoft.com/office/powerpoint/2010/main" val="143260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Диаграмма 1">
                <a:extLst>
                  <a:ext uri="{FF2B5EF4-FFF2-40B4-BE49-F238E27FC236}">
                    <a16:creationId xmlns:a16="http://schemas.microsoft.com/office/drawing/2014/main" id="{7AA96CE6-A823-4B42-BD26-2313B1C710C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81238892"/>
                  </p:ext>
                </p:extLst>
              </p:nvPr>
            </p:nvGraphicFramePr>
            <p:xfrm>
              <a:off x="0" y="0"/>
              <a:ext cx="12192000" cy="393895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Диаграмма 1">
                <a:extLst>
                  <a:ext uri="{FF2B5EF4-FFF2-40B4-BE49-F238E27FC236}">
                    <a16:creationId xmlns:a16="http://schemas.microsoft.com/office/drawing/2014/main" id="{7AA96CE6-A823-4B42-BD26-2313B1C710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393895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4F4BCD5-D362-A8B2-733D-B6C53C1C758F}"/>
              </a:ext>
            </a:extLst>
          </p:cNvPr>
          <p:cNvSpPr/>
          <p:nvPr/>
        </p:nvSpPr>
        <p:spPr>
          <a:xfrm>
            <a:off x="6963508" y="3938955"/>
            <a:ext cx="4220307" cy="1740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endParaRPr lang="ru-RU" sz="24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аудитория — 18-58 лет с пиком в 48-53 года (135 чел.). После 58 лет интерес резко падает: 63-68 лет — всего 27 клиентов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244BC5-CFAA-9B9D-4347-A8AC52516E24}"/>
              </a:ext>
            </a:extLst>
          </p:cNvPr>
          <p:cNvSpPr/>
          <p:nvPr/>
        </p:nvSpPr>
        <p:spPr>
          <a:xfrm>
            <a:off x="246185" y="4536830"/>
            <a:ext cx="6096000" cy="2039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диаграммы по возрастным группам:</a:t>
            </a:r>
            <a:endParaRPr lang="ru-RU" sz="20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</a:rPr>
              <a:t>СЧЁТЕСЛИМН</a:t>
            </a:r>
            <a:r>
              <a:rPr lang="ru-RU" dirty="0">
                <a:solidFill>
                  <a:srgbClr val="002060"/>
                </a:solidFill>
              </a:rPr>
              <a:t> — подсчёт клиентов в каждом возрастном диапазоне</a:t>
            </a:r>
          </a:p>
          <a:p>
            <a:r>
              <a:rPr lang="ru-RU" b="1" dirty="0">
                <a:solidFill>
                  <a:srgbClr val="002060"/>
                </a:solidFill>
              </a:rPr>
              <a:t>ГРУППИРОВКА</a:t>
            </a:r>
            <a:r>
              <a:rPr lang="ru-RU" dirty="0">
                <a:solidFill>
                  <a:srgbClr val="002060"/>
                </a:solidFill>
              </a:rPr>
              <a:t> — распределение по возрастным интервалам (шаг 5 лет)</a:t>
            </a:r>
          </a:p>
          <a:p>
            <a:r>
              <a:rPr lang="ru-RU" b="1" dirty="0">
                <a:solidFill>
                  <a:srgbClr val="002060"/>
                </a:solidFill>
              </a:rPr>
              <a:t>Сводная таблица</a:t>
            </a:r>
            <a:r>
              <a:rPr lang="ru-RU" dirty="0">
                <a:solidFill>
                  <a:srgbClr val="002060"/>
                </a:solidFill>
              </a:rPr>
              <a:t> — группировка данных по возрастным категориям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670D4F-D7C6-1AD9-46E2-E41DC1EAD55D}"/>
              </a:ext>
            </a:extLst>
          </p:cNvPr>
          <p:cNvSpPr/>
          <p:nvPr/>
        </p:nvSpPr>
        <p:spPr>
          <a:xfrm>
            <a:off x="246184" y="3938954"/>
            <a:ext cx="5849815" cy="597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Применены функции Excel:</a:t>
            </a:r>
          </a:p>
        </p:txBody>
      </p:sp>
    </p:spTree>
    <p:extLst>
      <p:ext uri="{BB962C8B-B14F-4D97-AF65-F5344CB8AC3E}">
        <p14:creationId xmlns:p14="http://schemas.microsoft.com/office/powerpoint/2010/main" val="41119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A8846245-8C80-59BE-117C-5291C4C73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686680"/>
              </p:ext>
            </p:extLst>
          </p:nvPr>
        </p:nvGraphicFramePr>
        <p:xfrm>
          <a:off x="0" y="0"/>
          <a:ext cx="12192000" cy="36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7CEE9AB-6A03-13E2-6D34-9CDF92257F4D}"/>
              </a:ext>
            </a:extLst>
          </p:cNvPr>
          <p:cNvSpPr/>
          <p:nvPr/>
        </p:nvSpPr>
        <p:spPr>
          <a:xfrm>
            <a:off x="386863" y="4237890"/>
            <a:ext cx="5380892" cy="219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диаграммы: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СРЗНАЧЕСЛИ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средняя продолжительность по каждому типу услуг</a:t>
            </a:r>
          </a:p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Сводная таблица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группировка данных по типам тренировок</a:t>
            </a:r>
          </a:p>
          <a:p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общая средняя продолжительность</a:t>
            </a:r>
          </a:p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BF13BC-8588-30D4-98E7-B1894C30CE2B}"/>
              </a:ext>
            </a:extLst>
          </p:cNvPr>
          <p:cNvSpPr/>
          <p:nvPr/>
        </p:nvSpPr>
        <p:spPr>
          <a:xfrm>
            <a:off x="6418385" y="3690938"/>
            <a:ext cx="5627077" cy="2198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Персональные тренировки самые длительные (~78 мин),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кардио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силовые — около 76 мин. Аэробика и йога короче остальных (~71-72 мин). Разброс продолжительности — 7 минут между самыми длинными и короткими тренировками.</a:t>
            </a:r>
          </a:p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5F1A64-6A40-D773-8128-26039DB2994D}"/>
              </a:ext>
            </a:extLst>
          </p:cNvPr>
          <p:cNvSpPr/>
          <p:nvPr/>
        </p:nvSpPr>
        <p:spPr>
          <a:xfrm>
            <a:off x="386863" y="3411414"/>
            <a:ext cx="3481752" cy="826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Excel</a:t>
            </a:r>
            <a:r>
              <a:rPr lang="ru-RU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5025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9E35D021-16AA-4108-99C9-D6DA3E05C5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933384"/>
              </p:ext>
            </p:extLst>
          </p:nvPr>
        </p:nvGraphicFramePr>
        <p:xfrm>
          <a:off x="0" y="0"/>
          <a:ext cx="12191999" cy="3555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0295F70-3EA9-AF5E-29D4-7AF6FED4CB8B}"/>
              </a:ext>
            </a:extLst>
          </p:cNvPr>
          <p:cNvSpPr/>
          <p:nvPr/>
        </p:nvSpPr>
        <p:spPr>
          <a:xfrm>
            <a:off x="1" y="4325814"/>
            <a:ext cx="6096000" cy="2532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Для подсчёта количества клиентов: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СЧЁТЕСЛИМН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подсчёт клиентов по сезону и типу услуги</a:t>
            </a:r>
          </a:p>
          <a:p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подсчёта количества клиентов: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СЧЁТЕСЛИМН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подсчёт клиентов по сезону и типу услуги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Для создания сводной таблицы: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Сводная таблица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группировка данных по сезонам (строки) и типам услуг (столбцы)</a:t>
            </a:r>
          </a:p>
          <a:p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Поле значений: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(счётчик)</a:t>
            </a:r>
          </a:p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EF17BB-0D30-AD36-A733-DBFCA5FD223E}"/>
              </a:ext>
            </a:extLst>
          </p:cNvPr>
          <p:cNvSpPr/>
          <p:nvPr/>
        </p:nvSpPr>
        <p:spPr>
          <a:xfrm>
            <a:off x="6096000" y="4325813"/>
            <a:ext cx="6095999" cy="2532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Для расчётов в таблице: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итоговые суммы по строкам/столбцам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средняя посещаемость по сезонам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Для визуализации: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линейная диаграмма с 4 рядами данных (сезоны)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Условное форматирование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выделение максимумов/минимумов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81CF2B-18D4-831C-97E7-55AAE80DFF4C}"/>
              </a:ext>
            </a:extLst>
          </p:cNvPr>
          <p:cNvSpPr/>
          <p:nvPr/>
        </p:nvSpPr>
        <p:spPr>
          <a:xfrm>
            <a:off x="-1" y="3555838"/>
            <a:ext cx="12191999" cy="769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u="sng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Excel для получения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26346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C3D13E1D-DAD6-CA2B-DC27-9865BC1DE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186458"/>
              </p:ext>
            </p:extLst>
          </p:nvPr>
        </p:nvGraphicFramePr>
        <p:xfrm>
          <a:off x="1565031" y="-1"/>
          <a:ext cx="8669215" cy="4273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A118EA-959A-EE28-3AEC-DE1813E156B6}"/>
              </a:ext>
            </a:extLst>
          </p:cNvPr>
          <p:cNvSpPr/>
          <p:nvPr/>
        </p:nvSpPr>
        <p:spPr>
          <a:xfrm>
            <a:off x="0" y="4958861"/>
            <a:ext cx="6096000" cy="18991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диаграммы: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подсчёт количества транзакций по каждому способу оплаты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Сводная таблица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группировка данных по способам оплаты</a:t>
            </a:r>
          </a:p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Процентный формат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расчёт доли каждого способа от общей суммы</a:t>
            </a:r>
          </a:p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361F99-D329-5369-C03E-FAF70B91F6C7}"/>
              </a:ext>
            </a:extLst>
          </p:cNvPr>
          <p:cNvSpPr/>
          <p:nvPr/>
        </p:nvSpPr>
        <p:spPr>
          <a:xfrm>
            <a:off x="6805245" y="4273063"/>
            <a:ext cx="5117123" cy="2584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способы оплаты распределены равномерно: карта (26%), онлайн и наличные (по 25%), кредит (24%). Клиенты используют все платёжные методы практически одинаково, что говорит о гибкости платёжной системы.</a:t>
            </a:r>
          </a:p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4A1D712-6847-9EDB-76DD-5DB2672A80F0}"/>
              </a:ext>
            </a:extLst>
          </p:cNvPr>
          <p:cNvSpPr/>
          <p:nvPr/>
        </p:nvSpPr>
        <p:spPr>
          <a:xfrm>
            <a:off x="-246185" y="4484077"/>
            <a:ext cx="2813537" cy="474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u="sng" dirty="0"/>
          </a:p>
        </p:txBody>
      </p:sp>
    </p:spTree>
    <p:extLst>
      <p:ext uri="{BB962C8B-B14F-4D97-AF65-F5344CB8AC3E}">
        <p14:creationId xmlns:p14="http://schemas.microsoft.com/office/powerpoint/2010/main" val="15909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8FB1F9DF-50FF-C652-9E16-ACA127114A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602394"/>
              </p:ext>
            </p:extLst>
          </p:nvPr>
        </p:nvGraphicFramePr>
        <p:xfrm>
          <a:off x="1740878" y="0"/>
          <a:ext cx="8721968" cy="3991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B0AD66-95BE-B636-4F4D-7FFC818208A9}"/>
              </a:ext>
            </a:extLst>
          </p:cNvPr>
          <p:cNvSpPr/>
          <p:nvPr/>
        </p:nvSpPr>
        <p:spPr>
          <a:xfrm>
            <a:off x="580292" y="3991708"/>
            <a:ext cx="5240216" cy="2866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Excel:</a:t>
            </a: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диаграммы:</a:t>
            </a:r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подсчёт клиентов по типам абонементов</a:t>
            </a: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Сводная таблица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группировка данных по типам абонементов</a:t>
            </a: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Процентный формат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расчёт доли каждого типа от общего числа клиентов</a:t>
            </a:r>
          </a:p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4DFD41-FD43-5AE5-2180-30D5999EE314}"/>
              </a:ext>
            </a:extLst>
          </p:cNvPr>
          <p:cNvSpPr/>
          <p:nvPr/>
        </p:nvSpPr>
        <p:spPr>
          <a:xfrm>
            <a:off x="5820508" y="3991708"/>
            <a:ext cx="5808785" cy="2198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 равномерно распределены по типам абонементов: годовой (34%), месячный и единичный (по 33%). Спрос на все форматы услуг практически одинаков, что свидетельствует о разнообразии потребностей клиентов.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71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394EBD-33D6-E608-1E48-4C2F1EFC3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69FCD2D-BEAE-5322-E0D4-E6E3D7359B6E}"/>
              </a:ext>
            </a:extLst>
          </p:cNvPr>
          <p:cNvSpPr/>
          <p:nvPr/>
        </p:nvSpPr>
        <p:spPr>
          <a:xfrm>
            <a:off x="6734908" y="4325814"/>
            <a:ext cx="5457092" cy="2532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вывод:</a:t>
            </a:r>
          </a:p>
          <a:p>
            <a:endParaRPr lang="ru-RU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клиентская база — люди 18-58 лет с пиком в 48-53 года. Годовой абонемент выбирают 34% — удобная платёжная система. Приоритетны персональные тренировки с выраженной  сезонной популярностью.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18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39B7-1A2B-529F-45FD-3E0BD452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125D5A0-F086-B52A-8E49-CF14EC191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230115C-2F72-51EC-62B7-D33AC290BDFB}"/>
              </a:ext>
            </a:extLst>
          </p:cNvPr>
          <p:cNvSpPr/>
          <p:nvPr/>
        </p:nvSpPr>
        <p:spPr>
          <a:xfrm>
            <a:off x="3334871" y="0"/>
            <a:ext cx="6938682" cy="42313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0" b="1" dirty="0">
                <a:solidFill>
                  <a:srgbClr val="FEF8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35B7D3-13F4-FB2D-7DBC-3C8AC212EEBE}"/>
              </a:ext>
            </a:extLst>
          </p:cNvPr>
          <p:cNvSpPr/>
          <p:nvPr/>
        </p:nvSpPr>
        <p:spPr>
          <a:xfrm>
            <a:off x="8469745" y="6105236"/>
            <a:ext cx="3722254" cy="752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60551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547</Words>
  <Application>Microsoft Office PowerPoint</Application>
  <PresentationFormat>Широкоэкранный</PresentationFormat>
  <Paragraphs>73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3</cp:revision>
  <dcterms:created xsi:type="dcterms:W3CDTF">2026-02-20T08:52:57Z</dcterms:created>
  <dcterms:modified xsi:type="dcterms:W3CDTF">2026-02-22T10:37:20Z</dcterms:modified>
</cp:coreProperties>
</file>